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4" r:id="rId10"/>
    <p:sldId id="275" r:id="rId11"/>
    <p:sldId id="276" r:id="rId12"/>
    <p:sldId id="271" r:id="rId13"/>
    <p:sldId id="272" r:id="rId14"/>
    <p:sldId id="277" r:id="rId15"/>
    <p:sldId id="278" r:id="rId16"/>
    <p:sldId id="273" r:id="rId17"/>
    <p:sldId id="280" r:id="rId18"/>
    <p:sldId id="279" r:id="rId19"/>
    <p:sldId id="263" r:id="rId20"/>
    <p:sldId id="264" r:id="rId21"/>
    <p:sldId id="265" r:id="rId22"/>
    <p:sldId id="266" r:id="rId23"/>
    <p:sldId id="267" r:id="rId24"/>
    <p:sldId id="268" r:id="rId25"/>
    <p:sldId id="281" r:id="rId26"/>
    <p:sldId id="282" r:id="rId27"/>
    <p:sldId id="284" r:id="rId28"/>
    <p:sldId id="285" r:id="rId29"/>
    <p:sldId id="283" r:id="rId30"/>
    <p:sldId id="269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459" y="693737"/>
            <a:ext cx="7762240" cy="960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2564" y="2296223"/>
            <a:ext cx="5504180" cy="2314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0" y="0"/>
              <a:ext cx="866775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4102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105"/>
              </a:spcBef>
            </a:pPr>
            <a:r>
              <a:rPr sz="4800" dirty="0"/>
              <a:t>Padrões</a:t>
            </a:r>
            <a:r>
              <a:rPr sz="4800" spc="-220" dirty="0"/>
              <a:t> </a:t>
            </a:r>
            <a:r>
              <a:rPr sz="4800" dirty="0"/>
              <a:t>de</a:t>
            </a:r>
            <a:r>
              <a:rPr sz="4800" spc="-215" dirty="0"/>
              <a:t> </a:t>
            </a:r>
            <a:r>
              <a:rPr sz="4800" spc="-95" dirty="0"/>
              <a:t>projeto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557212" y="1687830"/>
            <a:ext cx="45853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responsability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5775" y="628650"/>
            <a:ext cx="3971925" cy="3933825"/>
            <a:chOff x="485775" y="628650"/>
            <a:chExt cx="3971925" cy="3933825"/>
          </a:xfrm>
        </p:grpSpPr>
        <p:sp>
          <p:nvSpPr>
            <p:cNvPr id="8" name="object 8"/>
            <p:cNvSpPr/>
            <p:nvPr/>
          </p:nvSpPr>
          <p:spPr>
            <a:xfrm>
              <a:off x="485775" y="628650"/>
              <a:ext cx="695325" cy="142875"/>
            </a:xfrm>
            <a:custGeom>
              <a:avLst/>
              <a:gdLst/>
              <a:ahLst/>
              <a:cxnLst/>
              <a:rect l="l" t="t" r="r" b="b"/>
              <a:pathLst>
                <a:path w="695325" h="142875">
                  <a:moveTo>
                    <a:pt x="695325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95325" y="142875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5775" y="4543425"/>
              <a:ext cx="3971925" cy="19050"/>
            </a:xfrm>
            <a:custGeom>
              <a:avLst/>
              <a:gdLst/>
              <a:ahLst/>
              <a:cxnLst/>
              <a:rect l="l" t="t" r="r" b="b"/>
              <a:pathLst>
                <a:path w="3971925" h="19050">
                  <a:moveTo>
                    <a:pt x="39719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971925" y="19050"/>
                  </a:lnTo>
                  <a:lnTo>
                    <a:pt x="397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1340" y="3452177"/>
            <a:ext cx="4239260" cy="12856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Alunos: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Bruno Santos,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Levi Barreto Araújo,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Matheus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Calasãs,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pt-BR" sz="2000" spc="-8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Tiago </a:t>
            </a:r>
            <a:r>
              <a:rPr lang="pt-BR" sz="2000" spc="-20" dirty="0">
                <a:solidFill>
                  <a:srgbClr val="FFFFFF"/>
                </a:solidFill>
                <a:latin typeface="Arial"/>
                <a:cs typeface="Arial"/>
              </a:rPr>
              <a:t>Germano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Carvalho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89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0"/>
              </a:spcBef>
            </a:pPr>
            <a:r>
              <a:rPr sz="4400" spc="-100" dirty="0"/>
              <a:t>Memento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59024"/>
            <a:ext cx="9262110" cy="183451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0029" marR="5080" indent="-227965" algn="just">
              <a:lnSpc>
                <a:spcPts val="346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229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3200" spc="74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4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65" dirty="0">
                <a:solidFill>
                  <a:srgbClr val="FFFFFF"/>
                </a:solidFill>
                <a:latin typeface="Calibri"/>
                <a:cs typeface="Calibri"/>
              </a:rPr>
              <a:t>padrão</a:t>
            </a:r>
            <a:r>
              <a:rPr sz="3200" spc="74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73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projeto 	</a:t>
            </a:r>
            <a:r>
              <a:rPr sz="3200" spc="85" dirty="0">
                <a:solidFill>
                  <a:srgbClr val="FFFFFF"/>
                </a:solidFill>
                <a:latin typeface="Calibri"/>
                <a:cs typeface="Calibri"/>
              </a:rPr>
              <a:t>comportamental,</a:t>
            </a:r>
            <a:r>
              <a:rPr sz="3200" spc="1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50" dirty="0">
                <a:solidFill>
                  <a:srgbClr val="FFFFFF"/>
                </a:solidFill>
                <a:latin typeface="Calibri"/>
                <a:cs typeface="Calibri"/>
              </a:rPr>
              <a:t>permite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  que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você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salve</a:t>
            </a:r>
            <a:r>
              <a:rPr sz="3200" spc="12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60" dirty="0">
                <a:solidFill>
                  <a:srgbClr val="FFFFFF"/>
                </a:solidFill>
                <a:latin typeface="Calibri"/>
                <a:cs typeface="Calibri"/>
              </a:rPr>
              <a:t>e 	restaure</a:t>
            </a:r>
            <a:r>
              <a:rPr sz="32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3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estado</a:t>
            </a:r>
            <a:r>
              <a:rPr sz="3200" spc="35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anterior</a:t>
            </a:r>
            <a:r>
              <a:rPr sz="3200" spc="3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3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4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3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60" dirty="0">
                <a:solidFill>
                  <a:srgbClr val="FFFFFF"/>
                </a:solidFill>
                <a:latin typeface="Calibri"/>
                <a:cs typeface="Calibri"/>
              </a:rPr>
              <a:t>sem 	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revelar</a:t>
            </a:r>
            <a:r>
              <a:rPr sz="3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21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detalhes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90" dirty="0">
                <a:solidFill>
                  <a:srgbClr val="FFFFFF"/>
                </a:solidFill>
                <a:latin typeface="Calibri"/>
                <a:cs typeface="Calibri"/>
              </a:rPr>
              <a:t>sua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Calibri"/>
                <a:cs typeface="Calibri"/>
              </a:rPr>
              <a:t>implementação.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45" dirty="0"/>
              <a:t> </a:t>
            </a:r>
            <a:r>
              <a:rPr sz="4400" spc="185" dirty="0"/>
              <a:t>-</a:t>
            </a:r>
            <a:r>
              <a:rPr sz="4400" spc="-140" dirty="0"/>
              <a:t> </a:t>
            </a:r>
            <a:r>
              <a:rPr sz="4400" spc="-30" dirty="0"/>
              <a:t>Ideia</a:t>
            </a:r>
            <a:r>
              <a:rPr sz="4400" spc="-175" dirty="0"/>
              <a:t> </a:t>
            </a:r>
            <a:r>
              <a:rPr sz="4400" spc="-10" dirty="0"/>
              <a:t>central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59024"/>
            <a:ext cx="8235950" cy="365632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6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Editor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(Originator)</a:t>
            </a:r>
            <a:r>
              <a:rPr sz="32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recebe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70" dirty="0">
                <a:solidFill>
                  <a:srgbClr val="FFFFFF"/>
                </a:solidFill>
                <a:latin typeface="Calibri"/>
                <a:cs typeface="Calibri"/>
              </a:rPr>
              <a:t>sabe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estado.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guarda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estado.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3200">
              <a:latin typeface="Calibri"/>
              <a:cs typeface="Calibri"/>
            </a:endParaRPr>
          </a:p>
          <a:p>
            <a:pPr marL="12700" marR="16510">
              <a:lnSpc>
                <a:spcPts val="3460"/>
              </a:lnSpc>
              <a:spcBef>
                <a:spcPts val="5"/>
              </a:spcBef>
            </a:pPr>
            <a:r>
              <a:rPr sz="3200" spc="90" dirty="0">
                <a:solidFill>
                  <a:srgbClr val="FFFFFF"/>
                </a:solidFill>
                <a:latin typeface="Calibri"/>
                <a:cs typeface="Calibri"/>
              </a:rPr>
              <a:t>Caretaker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armazena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Calibri"/>
                <a:cs typeface="Calibri"/>
              </a:rPr>
              <a:t>restaura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95" dirty="0">
                <a:solidFill>
                  <a:srgbClr val="FFFFFF"/>
                </a:solidFill>
                <a:latin typeface="Calibri"/>
                <a:cs typeface="Calibri"/>
              </a:rPr>
              <a:t>os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estados.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40" dirty="0"/>
              <a:t> </a:t>
            </a:r>
            <a:r>
              <a:rPr sz="4400" spc="185" dirty="0"/>
              <a:t>-</a:t>
            </a:r>
            <a:r>
              <a:rPr sz="4400" spc="-114" dirty="0"/>
              <a:t> </a:t>
            </a:r>
            <a:r>
              <a:rPr sz="4400" spc="-25" dirty="0"/>
              <a:t>Vantagens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8341" y="2118423"/>
            <a:ext cx="6427470" cy="44418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Preserva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encapsulamento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interno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exposto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diretamente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Facilita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rollback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(desfazer)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usado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“undo/redo”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Separação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responsabilidades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salva/restaura não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manipula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diretamente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Permite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manter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versões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anteriores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30" dirty="0"/>
              <a:t> </a:t>
            </a:r>
            <a:r>
              <a:rPr sz="4400" spc="185" dirty="0"/>
              <a:t>-</a:t>
            </a:r>
            <a:r>
              <a:rPr sz="4400" spc="-114" dirty="0"/>
              <a:t> </a:t>
            </a:r>
            <a:r>
              <a:rPr sz="4400" spc="-10" dirty="0"/>
              <a:t>Desvantagens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6664" y="2118423"/>
            <a:ext cx="6061075" cy="44418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Alto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consumo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memória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Muitos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snapshots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podem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ocupar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espaço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Gerenciamento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Controlar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vários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difícil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Custo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Criar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cópias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frequentes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impactar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Exposição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indireta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Dependendo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implementação,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vazar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detalhes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400" spc="-114" dirty="0"/>
              <a:t>Memento</a:t>
            </a:r>
            <a:r>
              <a:rPr sz="4400" spc="-170" dirty="0"/>
              <a:t> </a:t>
            </a:r>
            <a:r>
              <a:rPr sz="4400" spc="185" dirty="0"/>
              <a:t>-</a:t>
            </a:r>
            <a:r>
              <a:rPr sz="4400" spc="-210" dirty="0"/>
              <a:t> </a:t>
            </a:r>
            <a:r>
              <a:rPr sz="4400" spc="-20" dirty="0"/>
              <a:t>Quando</a:t>
            </a:r>
            <a:r>
              <a:rPr sz="4400" spc="-150" dirty="0"/>
              <a:t> </a:t>
            </a:r>
            <a:r>
              <a:rPr sz="4400" spc="-10" dirty="0"/>
              <a:t>usar?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6122670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Memento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Você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implementar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undo/redo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salvar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recuperação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futura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Quer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manter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quebrar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encapsulamento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possui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Exemplos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típicos: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Editor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(Ctrl</a:t>
            </a:r>
            <a:r>
              <a:rPr sz="20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Z)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Jogos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(salvar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progresso)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versionamento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Transações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rollback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400" spc="-114" dirty="0"/>
              <a:t>Memento</a:t>
            </a:r>
            <a:r>
              <a:rPr sz="4400" spc="-170" dirty="0"/>
              <a:t> </a:t>
            </a:r>
            <a:r>
              <a:rPr sz="4400" spc="185" dirty="0"/>
              <a:t>-</a:t>
            </a:r>
            <a:r>
              <a:rPr sz="4400" spc="-200" dirty="0"/>
              <a:t> </a:t>
            </a:r>
            <a:r>
              <a:rPr sz="4400" spc="-20" dirty="0"/>
              <a:t>Quando</a:t>
            </a:r>
            <a:r>
              <a:rPr sz="4400" spc="-145" dirty="0"/>
              <a:t> </a:t>
            </a:r>
            <a:r>
              <a:rPr sz="4400" spc="-60" dirty="0"/>
              <a:t>não</a:t>
            </a:r>
            <a:r>
              <a:rPr sz="4400" spc="-190" dirty="0"/>
              <a:t> </a:t>
            </a:r>
            <a:r>
              <a:rPr sz="4400" spc="40" dirty="0"/>
              <a:t>usar?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296223"/>
            <a:ext cx="5172075" cy="231457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Evite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tem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simples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há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necessidade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custo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memória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crítico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Snapshot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completo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desnecessário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324C8-5DAD-4977-BE78-4E0DE920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940541" cy="515526"/>
          </a:xfrm>
        </p:spPr>
        <p:txBody>
          <a:bodyPr/>
          <a:lstStyle/>
          <a:p>
            <a:pPr algn="ctr"/>
            <a:r>
              <a:rPr lang="pt-BR" dirty="0"/>
              <a:t>Código do Projeto Memento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3C0C2D-104E-4039-A0FD-2153FE20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209263"/>
            <a:ext cx="5562600" cy="56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2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5D918B3-A08C-42D5-9E47-E775544F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71600"/>
            <a:ext cx="751771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CC1039A-42FB-4C88-BFB3-828DD1B8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47700"/>
            <a:ext cx="9726223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6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022169F-71F1-4561-895C-84FF2E60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5" y="1219200"/>
            <a:ext cx="1116199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1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593D688-C6AA-4488-88DA-780DAC80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9021"/>
            <a:ext cx="8229600" cy="625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7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0EAB92C-3AED-4453-80A0-D65AA96B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23950"/>
            <a:ext cx="8836992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4EC0C0-E566-4760-8C4D-398B9D9E4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99491"/>
            <a:ext cx="8305800" cy="56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3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742859A-0AD9-41B2-A698-BEFF04C8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48" y="1828800"/>
            <a:ext cx="943490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7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5C320-28A7-4DF0-9CF1-38840224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940541" cy="515526"/>
          </a:xfrm>
        </p:spPr>
        <p:txBody>
          <a:bodyPr/>
          <a:lstStyle/>
          <a:p>
            <a:pPr algn="ctr"/>
            <a:r>
              <a:rPr lang="pt-BR" dirty="0"/>
              <a:t>Projeto Rodando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59259AB-8A89-408A-A488-FBDEBA67E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62" y="1557609"/>
            <a:ext cx="3047332" cy="187139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3ACEAFA-FB33-4C9A-86DE-913922243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94" y="4081738"/>
            <a:ext cx="3934374" cy="181000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0D15C64-0B74-4F06-BBF1-E45D7553C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96001"/>
            <a:ext cx="2705478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46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E1325DB-D5D1-4BB2-8404-95E8D1A8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675434"/>
            <a:ext cx="4191000" cy="24967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39018F2-40C6-4907-951D-42241451C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658906"/>
            <a:ext cx="4724400" cy="222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6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F7BDF27-88F5-4081-8B92-23A01C042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0"/>
            <a:ext cx="3319469" cy="24054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A80932-7E38-4074-AE84-97086BD2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027" y="3013778"/>
            <a:ext cx="3031334" cy="32016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25E9B9C-93A2-49A3-9DB3-A3D324E1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869" y="642588"/>
            <a:ext cx="400105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63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Chain</a:t>
            </a:r>
            <a:r>
              <a:rPr sz="4400" spc="15" dirty="0"/>
              <a:t> </a:t>
            </a:r>
            <a:r>
              <a:rPr sz="4400" dirty="0"/>
              <a:t>Of</a:t>
            </a:r>
            <a:r>
              <a:rPr sz="4400" spc="-5" dirty="0"/>
              <a:t> </a:t>
            </a:r>
            <a:r>
              <a:rPr sz="4400" spc="-10" dirty="0"/>
              <a:t>Responsability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87917"/>
            <a:ext cx="9197340" cy="19843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029" marR="5080" indent="-227965">
              <a:lnSpc>
                <a:spcPct val="91600"/>
              </a:lnSpc>
              <a:spcBef>
                <a:spcPts val="405"/>
              </a:spcBef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sz="27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Responsability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um</a:t>
            </a:r>
            <a:r>
              <a:rPr sz="2750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padrão</a:t>
            </a:r>
            <a:r>
              <a:rPr sz="2750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"/>
                <a:cs typeface="Arial"/>
              </a:rPr>
              <a:t>projeto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comportamental</a:t>
            </a:r>
            <a:r>
              <a:rPr sz="2750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750" spc="2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permite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encaminhar</a:t>
            </a:r>
            <a:r>
              <a:rPr sz="2750" spc="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requisições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ao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longo</a:t>
            </a:r>
            <a:r>
              <a:rPr sz="275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uma</a:t>
            </a:r>
            <a:r>
              <a:rPr sz="27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r>
              <a:rPr sz="27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manipuladores.</a:t>
            </a:r>
            <a:r>
              <a:rPr sz="27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Ao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receber</a:t>
            </a:r>
            <a:r>
              <a:rPr sz="27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uma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requisição,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7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decide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processa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ou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7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passa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próximo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</a:t>
            </a:r>
            <a:r>
              <a:rPr sz="275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"/>
                <a:cs typeface="Arial"/>
              </a:rPr>
              <a:t>cadeia.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-5" dirty="0"/>
              <a:t> </a:t>
            </a:r>
            <a:r>
              <a:rPr spc="55" dirty="0"/>
              <a:t>Of</a:t>
            </a:r>
            <a:r>
              <a:rPr spc="-90" dirty="0"/>
              <a:t> </a:t>
            </a:r>
            <a:r>
              <a:rPr dirty="0"/>
              <a:t>Responsability</a:t>
            </a:r>
            <a:r>
              <a:rPr spc="15" dirty="0"/>
              <a:t> </a:t>
            </a:r>
            <a:r>
              <a:rPr spc="-125" dirty="0"/>
              <a:t>–</a:t>
            </a:r>
            <a:r>
              <a:rPr spc="-50" dirty="0"/>
              <a:t> </a:t>
            </a:r>
            <a:r>
              <a:rPr dirty="0"/>
              <a:t>Ideia</a:t>
            </a:r>
            <a:r>
              <a:rPr spc="-35" dirty="0"/>
              <a:t> </a:t>
            </a:r>
            <a:r>
              <a:rPr spc="-10" dirty="0"/>
              <a:t>central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87917"/>
            <a:ext cx="7430770" cy="3734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Temos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vários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manipuladores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(handlers)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encadeados: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handler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decide:</a:t>
            </a: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endParaRPr lang="pt-BR" sz="24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 err="1">
                <a:solidFill>
                  <a:srgbClr val="FFFFFF"/>
                </a:solidFill>
                <a:latin typeface="Arial"/>
                <a:cs typeface="Arial"/>
              </a:rPr>
              <a:t>Tratar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Passar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próximo</a:t>
            </a:r>
            <a:endParaRPr sz="2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95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percorre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até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tratada.</a:t>
            </a:r>
            <a:endParaRPr sz="2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15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Isso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desacopla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envia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processa.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3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65" dirty="0"/>
              <a:t>Chain</a:t>
            </a:r>
            <a:r>
              <a:rPr sz="3650" spc="30" dirty="0"/>
              <a:t> </a:t>
            </a:r>
            <a:r>
              <a:rPr sz="3650" dirty="0"/>
              <a:t>Of</a:t>
            </a:r>
            <a:r>
              <a:rPr sz="3650" spc="70" dirty="0"/>
              <a:t> </a:t>
            </a:r>
            <a:r>
              <a:rPr sz="3650" dirty="0"/>
              <a:t>Respnsability</a:t>
            </a:r>
            <a:r>
              <a:rPr sz="3650" spc="55" dirty="0"/>
              <a:t> </a:t>
            </a:r>
            <a:r>
              <a:rPr sz="3650" spc="165" dirty="0"/>
              <a:t>-</a:t>
            </a:r>
            <a:r>
              <a:rPr sz="3650" spc="25" dirty="0"/>
              <a:t> </a:t>
            </a:r>
            <a:r>
              <a:rPr sz="3650" spc="-10" dirty="0"/>
              <a:t>Vantagens</a:t>
            </a:r>
            <a:endParaRPr sz="3650"/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6003925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Baixo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acoplamento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envia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conhece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trata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Flexibilidade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alterar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ordem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dinamicamente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Aberto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extensão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(OCP)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Adicionar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novos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handlers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sem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mudar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existentes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Responsabilidade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distribuída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classe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trata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um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específico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262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40" dirty="0"/>
              <a:t> </a:t>
            </a:r>
            <a:r>
              <a:rPr spc="55" dirty="0"/>
              <a:t>Of</a:t>
            </a:r>
            <a:r>
              <a:rPr spc="-45" dirty="0"/>
              <a:t> </a:t>
            </a:r>
            <a:r>
              <a:rPr dirty="0"/>
              <a:t>Responsability</a:t>
            </a:r>
            <a:r>
              <a:rPr spc="40" dirty="0"/>
              <a:t> </a:t>
            </a:r>
            <a:r>
              <a:rPr spc="140" dirty="0"/>
              <a:t>-</a:t>
            </a:r>
            <a:r>
              <a:rPr dirty="0"/>
              <a:t> </a:t>
            </a:r>
            <a:r>
              <a:rPr spc="-10" dirty="0"/>
              <a:t>Desvantagens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4179570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tratada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Nenhum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handler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assumir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Difícil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rastrear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fluxo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óbvio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Ordem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importa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causar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bugs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mal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definida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Debug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mais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Cadeias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longas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dificultam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análise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20" dirty="0"/>
              <a:t> </a:t>
            </a:r>
            <a:r>
              <a:rPr spc="55" dirty="0"/>
              <a:t>Of</a:t>
            </a:r>
            <a:r>
              <a:rPr spc="-70" dirty="0"/>
              <a:t> </a:t>
            </a:r>
            <a:r>
              <a:rPr dirty="0"/>
              <a:t>Responsability</a:t>
            </a:r>
            <a:r>
              <a:rPr spc="45" dirty="0"/>
              <a:t> </a:t>
            </a:r>
            <a:r>
              <a:rPr spc="-125" dirty="0"/>
              <a:t>–</a:t>
            </a:r>
            <a:r>
              <a:rPr spc="-30" dirty="0"/>
              <a:t> </a:t>
            </a:r>
            <a:r>
              <a:rPr dirty="0"/>
              <a:t>Quando</a:t>
            </a:r>
            <a:r>
              <a:rPr spc="-15" dirty="0"/>
              <a:t> </a:t>
            </a:r>
            <a:r>
              <a:rPr spc="35" dirty="0"/>
              <a:t>usar?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1946387"/>
            <a:ext cx="5249545" cy="444119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Responsibility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Você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tem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múltiplos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possíveis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processadores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sabe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tratar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evitar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if/else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processamento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Exemplos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típicos: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Validação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dados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(várias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regras)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Middleware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(autenticação,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logs,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etc.)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Suporte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técnico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níveis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Filtros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requisições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HTTP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5" dirty="0"/>
              <a:t> </a:t>
            </a:r>
            <a:r>
              <a:rPr spc="55" dirty="0"/>
              <a:t>Of</a:t>
            </a:r>
            <a:r>
              <a:rPr spc="-85" dirty="0"/>
              <a:t> </a:t>
            </a:r>
            <a:r>
              <a:rPr dirty="0"/>
              <a:t>Responsability</a:t>
            </a:r>
            <a:r>
              <a:rPr spc="10" dirty="0"/>
              <a:t> </a:t>
            </a:r>
            <a:r>
              <a:rPr spc="-125" dirty="0"/>
              <a:t>–</a:t>
            </a:r>
            <a:r>
              <a:rPr spc="-40" dirty="0"/>
              <a:t> </a:t>
            </a:r>
            <a:r>
              <a:rPr dirty="0"/>
              <a:t>Quando</a:t>
            </a:r>
            <a:r>
              <a:rPr spc="-30" dirty="0"/>
              <a:t> </a:t>
            </a:r>
            <a:r>
              <a:rPr dirty="0"/>
              <a:t>não</a:t>
            </a:r>
            <a:r>
              <a:rPr spc="-35" dirty="0"/>
              <a:t> </a:t>
            </a:r>
            <a:r>
              <a:rPr spc="35" dirty="0"/>
              <a:t>usar?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2033651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/>
              <a:t>Evite</a:t>
            </a:r>
            <a:r>
              <a:rPr spc="-80" dirty="0"/>
              <a:t> </a:t>
            </a:r>
            <a:r>
              <a:rPr spc="-10" dirty="0"/>
              <a:t>quando: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Só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existe</a:t>
            </a:r>
            <a:r>
              <a:rPr b="0" spc="-6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um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responsável</a:t>
            </a:r>
            <a:r>
              <a:rPr b="0" spc="-8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claro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A</a:t>
            </a:r>
            <a:r>
              <a:rPr b="0" spc="-1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ordem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é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rígida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crítica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O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fluxo</a:t>
            </a:r>
            <a:r>
              <a:rPr b="0" spc="-10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precisa</a:t>
            </a:r>
            <a:r>
              <a:rPr b="0" spc="-1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ser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totalmente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explícito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Performance</a:t>
            </a:r>
            <a:r>
              <a:rPr b="0" spc="-1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é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extremamente</a:t>
            </a:r>
            <a:r>
              <a:rPr b="0" spc="-11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sensível</a:t>
            </a: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4950B-6924-4548-A97B-1F474B44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864341" cy="515526"/>
          </a:xfrm>
        </p:spPr>
        <p:txBody>
          <a:bodyPr/>
          <a:lstStyle/>
          <a:p>
            <a:pPr algn="ctr"/>
            <a:r>
              <a:rPr lang="pt-BR" dirty="0"/>
              <a:t>Código do Projeto </a:t>
            </a:r>
            <a:r>
              <a:rPr lang="pt-BR" spc="55" dirty="0"/>
              <a:t>Chain</a:t>
            </a:r>
            <a:r>
              <a:rPr lang="pt-BR" spc="40" dirty="0"/>
              <a:t> </a:t>
            </a:r>
            <a:r>
              <a:rPr lang="pt-BR" spc="55" dirty="0" err="1"/>
              <a:t>Of</a:t>
            </a:r>
            <a:r>
              <a:rPr lang="pt-BR" spc="-45" dirty="0"/>
              <a:t> </a:t>
            </a:r>
            <a:r>
              <a:rPr lang="pt-BR" dirty="0" err="1"/>
              <a:t>Responsability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EFF94C-4803-4757-81D1-43CE1256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40" y="2057400"/>
            <a:ext cx="771872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54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5C7A00-3C3E-446A-89DE-36D1FDB4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90158"/>
            <a:ext cx="5410200" cy="667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93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490104-0B75-4900-BDD2-3D8F3E4FB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22" y="142639"/>
            <a:ext cx="6554155" cy="65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4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855DDFA-E11C-41B6-8F9A-6B2FB8162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916" y="199574"/>
            <a:ext cx="6754168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15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23B18-4B90-4236-B5DF-12055945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864341" cy="515526"/>
          </a:xfrm>
        </p:spPr>
        <p:txBody>
          <a:bodyPr/>
          <a:lstStyle/>
          <a:p>
            <a:pPr algn="ctr"/>
            <a:r>
              <a:rPr lang="pt-BR" dirty="0"/>
              <a:t>Projeto Rodando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C9C2E6-B06E-4D0D-9AB5-220C9B05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585" y="1676400"/>
            <a:ext cx="3938829" cy="434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94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4310" y="2139886"/>
            <a:ext cx="6266180" cy="257619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87630" marR="5080" indent="-75565">
              <a:lnSpc>
                <a:spcPts val="9540"/>
              </a:lnSpc>
              <a:spcBef>
                <a:spcPts val="1200"/>
              </a:spcBef>
            </a:pPr>
            <a:r>
              <a:rPr sz="8750" spc="-10" dirty="0"/>
              <a:t>Agradecemos </a:t>
            </a:r>
            <a:r>
              <a:rPr sz="8750" dirty="0"/>
              <a:t>pela</a:t>
            </a:r>
            <a:r>
              <a:rPr sz="8750" spc="-125" dirty="0"/>
              <a:t> </a:t>
            </a:r>
            <a:r>
              <a:rPr sz="8750" spc="-10" dirty="0"/>
              <a:t>atenção!</a:t>
            </a:r>
            <a:endParaRPr sz="8750"/>
          </a:p>
        </p:txBody>
      </p:sp>
      <p:sp>
        <p:nvSpPr>
          <p:cNvPr id="3" name="object 3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  <a:path w="11944350" h="6629400">
                <a:moveTo>
                  <a:pt x="9212262" y="1771713"/>
                </a:moveTo>
                <a:lnTo>
                  <a:pt x="2276538" y="1771713"/>
                </a:lnTo>
              </a:path>
              <a:path w="11944350" h="6629400">
                <a:moveTo>
                  <a:pt x="9212262" y="4953063"/>
                </a:moveTo>
                <a:lnTo>
                  <a:pt x="2276538" y="4953063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548</Words>
  <Application>Microsoft Office PowerPoint</Application>
  <PresentationFormat>Widescreen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Padrões de projeto</vt:lpstr>
      <vt:lpstr>Memento</vt:lpstr>
      <vt:lpstr>Memento - Ideia central</vt:lpstr>
      <vt:lpstr>Memento - Vantagens</vt:lpstr>
      <vt:lpstr>Memento - Desvantagens</vt:lpstr>
      <vt:lpstr>Memento - Quando usar?</vt:lpstr>
      <vt:lpstr>Memento - Quando não usar?</vt:lpstr>
      <vt:lpstr>Código do Projeto Memento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Rodando</vt:lpstr>
      <vt:lpstr>Apresentação do PowerPoint</vt:lpstr>
      <vt:lpstr>Apresentação do PowerPoint</vt:lpstr>
      <vt:lpstr>Chain Of Responsability</vt:lpstr>
      <vt:lpstr>Chain Of Responsability – Ideia central</vt:lpstr>
      <vt:lpstr>Chain Of Respnsability - Vantagens</vt:lpstr>
      <vt:lpstr>Chain Of Responsability - Desvantagens</vt:lpstr>
      <vt:lpstr>Chain Of Responsability – Quando usar?</vt:lpstr>
      <vt:lpstr>Chain Of Responsability – Quando não usar?</vt:lpstr>
      <vt:lpstr>Código do Projeto Chain Of Responsability</vt:lpstr>
      <vt:lpstr>Apresentação do PowerPoint</vt:lpstr>
      <vt:lpstr>Apresentação do PowerPoint</vt:lpstr>
      <vt:lpstr>Apresentação do PowerPoint</vt:lpstr>
      <vt:lpstr>Projeto Rodando</vt:lpstr>
      <vt:lpstr>Agradecemos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</dc:title>
  <cp:lastModifiedBy>TIAGO</cp:lastModifiedBy>
  <cp:revision>10</cp:revision>
  <dcterms:created xsi:type="dcterms:W3CDTF">2026-04-22T17:43:50Z</dcterms:created>
  <dcterms:modified xsi:type="dcterms:W3CDTF">2026-04-23T16:54:27Z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LastSaved">
    <vt:filetime>2026-04-22T00:00:00Z</vt:filetime>
  </property>
  <property fmtid="{D5CDD505-2E9C-101B-9397-08002B2CF9AE}" pid="4" name="Producer">
    <vt:lpwstr>3-Heights(TM) PDF Security Shell 4.8.25.2 (http://www.pdf-tools.com)</vt:lpwstr>
  </property>
</Properties>
</file>